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17F586-F47B-83D3-FDEA-5796858F4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5DB72EE-9AC1-2A06-CFAC-39F3314A5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9303ED-D636-D4ED-EA75-70169C02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0DB292-959A-63EC-07A2-527C6FAE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4AC0DE-9637-E180-EB13-C9608B895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95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6157EC-4E41-1FC3-9EBA-1B01B234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80443F-241B-E27C-37BF-8EFBF060D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3BE3E9-A860-17F3-223E-B2507A693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334714-AA39-A78F-A964-677B3838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D80A5E-9D03-1B54-FFE0-DC04D9CF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6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47D1E6-F55C-546A-3D6D-D467B1BDB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9814FCA-8FA5-39A4-2B35-F7682E3A5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692D16-4FA7-5C6C-AEA4-BF11E9DE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2D56AC-5C10-29D7-AA41-D3B2D53D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52758A5-D973-3C99-DCD1-58F5F38CE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978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178207-E5BE-A7E3-B0A7-FEE14CE42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1FC12E-4701-AE6F-F501-F81153DD1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540C75E-109B-A0D6-AB09-A5014EE96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2B88861-4B89-FE25-2579-95D4FE640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D396723-F3F1-6DC8-9EE2-0C30B8AD4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977C63-0B94-345D-F5B8-523250DA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22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DBAFBC-EBF7-D94D-663F-08F8FEE1E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EA60A3-9C8D-5C96-29F7-950BBDD96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BA46723-C16E-DDE4-FDCD-9A257A96F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DFC3285-D364-76B1-ADBE-6574D6FBC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00AC9CF-32B3-47C7-F4AD-7A41C44BB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448BC9F-67AA-F8E7-AEF8-22F8AB4C2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49F082C-CB7B-6067-9372-7E335B5A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7177F82-7F7B-7388-AF7E-C46057C6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21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74B08A-E6F1-1D8C-BABB-27075095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9DAD5DB-6CC6-4503-C986-6518EA17B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62987E9-544C-8928-97AE-B8EC363A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66DD3E6-6A03-D381-E7C8-2811FFCB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6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28FCFCE-6075-8E6A-FFA7-623E265D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1A8713A-36F4-FA45-FEE7-A696FE0F2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4BA61D1-D7B8-6C4D-F637-6F9B3373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39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15E323-0268-053F-2FBE-EFB31C7A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D395DF-24B1-23A8-2DA9-528045836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5E7A11B-3CC8-67D0-F64E-0092EF291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0F4A0F3-EAF5-4EE3-F266-52A8BF943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5AAA214-0003-44E4-28FC-2DD0875C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2899A73-04D6-0E7B-E30A-B7A39BA8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49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A0622E-AA28-DD9B-4DB2-1CB436BA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9E10759-108C-C7BF-9B68-814BE2968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53E2159-520E-661F-A080-F0458DCD4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5F2D70F-C5C5-F95A-EA29-0A147448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8282960-B803-4071-F1A4-EBC5D133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04D21E3-9A09-C2C5-0573-3F63725F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83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A7871C-C7A8-52BA-8010-666E6BC4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CCAE330-5409-97B5-3C1E-B3D143F6F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B8D667-8780-C8F5-7EC0-5AD87D9F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6B15D9-0AD3-F615-8F0B-00E07696A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6A3143-F5FE-4B46-C1DE-D191D12E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74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D11E528-28B5-A109-9202-544F28B7A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4CA2958-35D0-A002-FEE8-D8C65724C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EBAA81-5F11-40E4-2C44-86B1AEC79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9CE1CC-0946-332A-0286-F998A3ED5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E4D6431-695B-3C27-E1B3-9EFDA9F0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83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B28B1D6-5DAF-152F-BE47-BBEEB903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09F6AB-3B3D-5787-9CAA-7C351A8D9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5EF42B-31F2-03BF-ABED-7741DB6BF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768E90-2E73-48DA-8A33-091FD4542D46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18B063-AC73-26D9-0587-08997D7EE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B2064F-B3D7-F838-7953-489560561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6C3C17-5944-40B6-9A52-DA1425C179F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47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Policromia, diagramma&#10;&#10;Il contenuto generato dall'IA potrebbe non essere corretto.">
            <a:extLst>
              <a:ext uri="{FF2B5EF4-FFF2-40B4-BE49-F238E27FC236}">
                <a16:creationId xmlns:a16="http://schemas.microsoft.com/office/drawing/2014/main" id="{E2963AA8-5E55-353C-5936-6C5433FA1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619125"/>
            <a:ext cx="103727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63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diagramma, mappa, linea&#10;&#10;Il contenuto generato dall'IA potrebbe non essere corretto.">
            <a:extLst>
              <a:ext uri="{FF2B5EF4-FFF2-40B4-BE49-F238E27FC236}">
                <a16:creationId xmlns:a16="http://schemas.microsoft.com/office/drawing/2014/main" id="{2D30E777-BB59-A026-17FA-4BFE487AF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550" y="0"/>
            <a:ext cx="6256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207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 Magnino</dc:creator>
  <cp:lastModifiedBy>Alessandro  Magnino</cp:lastModifiedBy>
  <cp:revision>1</cp:revision>
  <dcterms:created xsi:type="dcterms:W3CDTF">2026-02-13T17:02:00Z</dcterms:created>
  <dcterms:modified xsi:type="dcterms:W3CDTF">2026-02-13T17:14:59Z</dcterms:modified>
</cp:coreProperties>
</file>