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8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3C67578-A282-4897-4BEC-BBF09BC712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78F82DDA-5B4F-30DF-AAAC-714A4E345F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A473B8B-3F95-DABD-2F9F-19736E5E4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CE62C-C6E6-4DD3-8A0D-046214A731B6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64FB63B-9A86-731D-6FEA-B7DF12C61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6B19FB7-3B99-E813-0899-A8EE70288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C5C0F-97CB-4DDA-BA54-896749565AEE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8326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68F5867-D18B-71F0-1AFF-C66C91198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921D63B-C4E7-A3C4-1F68-40FCAA2DD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149F3A2-724D-09DB-19FF-876C35795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CE62C-C6E6-4DD3-8A0D-046214A731B6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BF16AEE-14CB-E9B0-0DF0-2F94EE8FC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3F542FE-A5D6-F03C-F613-77F558CB6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C5C0F-97CB-4DDA-BA54-896749565AEE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4632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EEE271A-6515-5A10-CCBD-DCF82DEB0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5B2F0F6-6FB3-1D2D-EDE4-4328F96EC9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183658E-AE41-3413-72BC-6E085DA84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CE62C-C6E6-4DD3-8A0D-046214A731B6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E0B5EAD-EFFF-7D18-A632-5752033C0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AF97A25-4106-9E7C-ACAB-D9CFD2296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C5C0F-97CB-4DDA-BA54-896749565AEE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5872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657F36-7799-AEF3-0F28-F00361D08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FFD3641-737B-2E6A-49B0-901A78FDAE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F96305A-595B-B566-F24A-E13FC84D77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EC35368-DABC-ECF6-844A-39263158C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CE62C-C6E6-4DD3-8A0D-046214A731B6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68676EF-606B-C55C-9D5F-C7054C5DE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63F8918-E3ED-B3DD-AD83-3C0D67A68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C5C0F-97CB-4DDA-BA54-896749565AEE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1636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0F7443D-AD94-4783-7FA8-2D683297A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C114884-D967-DE7A-8986-ED358A5229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B02C4C6-5DD8-7503-1A33-51EC26460A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F2D1306D-E151-0605-500D-F29D5B376B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48901D70-EF6D-6755-5B2D-99FCC52F3B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5EA750A4-A460-39FE-B607-91088B832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CE62C-C6E6-4DD3-8A0D-046214A731B6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B57FFEAC-F9A5-E3D4-6493-01ED4BF8E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91BA6C66-742C-97BF-1A7E-5ACB65B1D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C5C0F-97CB-4DDA-BA54-896749565AEE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7552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6B3849D-620F-F6DB-0EDA-F42CE7C22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7C175AFC-3A04-56FC-2F44-740F3AE24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CE62C-C6E6-4DD3-8A0D-046214A731B6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0E14703-30EE-3B9F-8417-166DF8962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3749F10-6CC9-644D-954C-3569B4487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C5C0F-97CB-4DDA-BA54-896749565AEE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2271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2A13BDDC-9028-0D2C-8380-66BCC4684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CE62C-C6E6-4DD3-8A0D-046214A731B6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53C52210-E906-6F14-1E3B-A0246455E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FCB5950-3ED3-E9F6-24E1-AAF21DB00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C5C0F-97CB-4DDA-BA54-896749565AEE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4718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BBB7A29-C7FF-BDE5-478B-E080117A5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3B1F8B2-C5B9-0891-00BA-8450FC2BF9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A1E0275-2304-9961-5655-C2509B45D9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592B7F3-A419-A343-0BB2-97B74536F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CE62C-C6E6-4DD3-8A0D-046214A731B6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A069016-3690-363D-5B4C-BBE277FAF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57832D5-159D-8BB1-B090-AF666B049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C5C0F-97CB-4DDA-BA54-896749565AEE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3477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2ACC0E7-D11A-564C-2775-437CB4D61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1265BA21-E06A-A62D-840E-2D91D6B1CD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EAD637E0-C827-F340-B32C-7F60329562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082A56C-803A-EEA1-827A-1578E788C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CE62C-C6E6-4DD3-8A0D-046214A731B6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23EE7F3-6AC6-EA21-8FB7-0F36357FF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A9667DF-FCF3-3778-7441-58EB59DDE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C5C0F-97CB-4DDA-BA54-896749565AEE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3900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6DD38C-023A-7AFA-FA51-F2DF1DAE1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85E22E0-2F6A-A4D6-6090-3990F893D9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B14B74D-941E-CE46-A34E-E60F6A280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CE62C-C6E6-4DD3-8A0D-046214A731B6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ACDCC46-4FE7-9A62-8C89-B7C1347B0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AD04D35-2B8F-8454-DA75-49413272B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C5C0F-97CB-4DDA-BA54-896749565AEE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8621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68C75E21-7D80-5C52-28C6-5D574CDE10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7B60DFB-1B74-A91A-541A-FF4F96BEC5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14A3141-774A-8D20-8E43-6E942CF8C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CE62C-C6E6-4DD3-8A0D-046214A731B6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131CAD3-D8B5-AB81-77BA-CA6009DD1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6DE57D8-0F9A-E064-BC49-2DF6EDEB2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C5C0F-97CB-4DDA-BA54-896749565AEE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765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8665F09-F584-5C3C-E6D1-6D99B00E9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8056634-80D6-EBCC-AA93-8F9C6339C3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92D2BD0-6790-66DA-AAFE-B88743FC39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7CE62C-C6E6-4DD3-8A0D-046214A731B6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1F20E79-91D0-78F3-3B29-D8EC45A4C1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D51B2D0-2455-1293-F052-0A5235ABE4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BC5C0F-97CB-4DDA-BA54-896749565AEE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7882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testo, schermata, Policromia, diagramma&#10;&#10;Il contenuto generato dall'IA potrebbe non essere corretto.">
            <a:extLst>
              <a:ext uri="{FF2B5EF4-FFF2-40B4-BE49-F238E27FC236}">
                <a16:creationId xmlns:a16="http://schemas.microsoft.com/office/drawing/2014/main" id="{4245B773-4655-FCD4-3949-76B1716947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637" y="619125"/>
            <a:ext cx="10372725" cy="561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119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testo, diagramma, mappa, linea&#10;&#10;Il contenuto generato dall'IA potrebbe non essere corretto.">
            <a:extLst>
              <a:ext uri="{FF2B5EF4-FFF2-40B4-BE49-F238E27FC236}">
                <a16:creationId xmlns:a16="http://schemas.microsoft.com/office/drawing/2014/main" id="{9013220B-BF78-C6FA-70C0-68ECD72EC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7550" y="0"/>
            <a:ext cx="62569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40942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di Office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Alessandro  Magnino</dc:creator>
  <cp:lastModifiedBy>Alessandro  Magnino</cp:lastModifiedBy>
  <cp:revision>1</cp:revision>
  <dcterms:created xsi:type="dcterms:W3CDTF">2026-02-13T16:41:55Z</dcterms:created>
  <dcterms:modified xsi:type="dcterms:W3CDTF">2026-02-13T17:15:04Z</dcterms:modified>
</cp:coreProperties>
</file>