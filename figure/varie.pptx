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114579-EA96-C8ED-D2BA-0D7395991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512A49-DB60-A40E-E5CA-C41CD17E8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89C15C-7B37-C018-E4F5-FA726FA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D9C2B3-0B4D-0725-10F5-7D2F63A1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AC7FDC-576A-CEEE-B823-2BFC61EF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73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1DCC93-DF30-AD10-4941-C7275C5A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751904-513F-195F-E2EA-FE376B6DE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BCCE00-3D57-C484-2AB1-6C5DD012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B8EA76-9F23-5600-22D6-6B650DBE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0AB4B4-4345-16FC-59CD-3140E946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58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456AD-F07B-B2EA-4D6D-C6494069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445EC7-5C1E-94D9-687C-9486428F5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046D7F-C386-1150-1992-77630FBDD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7E08F8-A0C7-A007-E648-E06C7C40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796ACE-68DA-C666-3D80-98D8BFC4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98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B672-498F-B7FA-5FB3-637A3E2C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B00B54-9082-DA3A-7DF2-B71403A47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E2F6CF-9A1B-90B7-6228-9EB8C1997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E484C03-B73F-EA61-5D91-9AE48ED6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0035D5-4C21-A2F7-2053-8727FED9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2465CFE-B269-1E1A-2A31-91084866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87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9BAD7B-ACA3-E649-41CD-F819E5FC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F0AC54-4355-C230-112E-841C4101C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E34A0DB-94F7-AF70-AA13-9889C991F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896A76F-460A-1AD3-DB25-74D4C2B0A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05CBB27-989E-E5D5-77B3-8ECF5A10B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4AE174C-F185-F9ED-45A5-0F2C2EAB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0122672-4A9E-4A12-EF2F-F2E7B052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FAB06AD-794A-5D99-8CB7-852C83DE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06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94EC6F-0E9D-D5C1-B1EE-885EBBF8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446A657-E973-6862-A01B-157F15BB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68D6590-7C7C-F6E3-57B3-A6E51D1A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86FA0C-D1C6-A77B-2D40-DDB2B265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36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AF7F70F-7653-4317-E8D7-68F3133B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54791C4-1681-A767-6103-001D50B5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E92DE8-7214-E050-E952-F3355272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89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F2D3BD-F203-6010-86CA-2B3C8256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2D25BE-254B-6AEB-1335-9C840149A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B6140C-33B9-FC15-90A5-C49D6EE59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483197-471F-BA20-0D0C-A2F338CC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5C155E-29C4-85DF-576C-2EB1FD7A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CDFAAB-E317-5CD6-75AA-18369010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174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DA8053-BA82-C35B-0E82-8DC41E4E4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9FFCF46-875A-54B2-478F-C15C2C357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23E141A-B60D-0A2F-07ED-27A6F8227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2B9B35-1C6B-BC0F-CD0D-BCE29DBE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087E375-C6A4-1A16-2AFD-1AEB9EA4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001797-3D27-0D3E-E28F-FF3029A8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14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043CF4-FB7A-D7F1-846F-1356638D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AD072E3-222E-A001-FE0C-CBB848187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A25C1B-A40A-AE3C-4B01-289BF0EE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7F1953-AD38-2D25-2B01-04841B1D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8C76A1-80C9-AB86-FB75-7B3EC52B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45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3CC518-53D8-50D3-4593-417F1A9BB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CABE615-591C-769F-8A85-B13A672CC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A1DECC-9B96-5CF2-BCEF-553DD1E4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F7C172-D3CE-B18B-36BF-99281CF0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524FED-8255-52EB-D5C2-C6369A82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40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0C4916E-6F8F-6AC4-9E5B-91F34719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DD41BA-3BB3-5899-D9E2-D104AC7D4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A14BBA-33A4-0F39-43AE-7D70A9323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D3943-6B00-41C2-AF38-8DC74E5AE64E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1571AB-5A25-9379-B6C4-C93F98475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5AD2D4-380D-E423-7F19-EF073ADDA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5722AE-F770-41ED-94F8-6F5080F8975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7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01091ED-899A-426A-A338-3573C2F78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62905"/>
            <a:ext cx="5291666" cy="353218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2F9B272-8F2A-680B-D5C9-1D7780EDC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768739"/>
            <a:ext cx="5291667" cy="332052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4A03C1-95C1-C77C-31A1-80C6AA40F4DE}"/>
              </a:ext>
            </a:extLst>
          </p:cNvPr>
          <p:cNvSpPr txBox="1"/>
          <p:nvPr/>
        </p:nvSpPr>
        <p:spPr>
          <a:xfrm>
            <a:off x="643467" y="166183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13B256-35AD-3FAC-4857-195ABD93E05D}"/>
              </a:ext>
            </a:extLst>
          </p:cNvPr>
          <p:cNvSpPr txBox="1"/>
          <p:nvPr/>
        </p:nvSpPr>
        <p:spPr>
          <a:xfrm>
            <a:off x="6069153" y="166183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423108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37DA185-7A74-B4B4-228F-27EA316CA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34" y="872358"/>
            <a:ext cx="3443893" cy="2160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CCCEFE-96FD-5516-227B-BA928147B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882" y="872358"/>
            <a:ext cx="3443894" cy="21600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B3E9D93-6E0E-39CF-1E96-A7E85275C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32" y="872358"/>
            <a:ext cx="3443894" cy="21600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1764F32-BB89-95AB-2392-5BFB1F873B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34" y="3530600"/>
            <a:ext cx="3443893" cy="21600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64CE8C2-B945-8409-287B-87F4CE4E1A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883" y="3530600"/>
            <a:ext cx="3443893" cy="21600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FDAD6860-77E9-0AB3-C101-F86BB087BD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232" y="3508125"/>
            <a:ext cx="3443894" cy="21600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104A517-0A4A-7F0C-2224-CA7972B8E6B1}"/>
              </a:ext>
            </a:extLst>
          </p:cNvPr>
          <p:cNvSpPr txBox="1"/>
          <p:nvPr/>
        </p:nvSpPr>
        <p:spPr>
          <a:xfrm>
            <a:off x="1395108" y="584901"/>
            <a:ext cx="1310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50% reduction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FBE1837-1D6E-00B4-00B9-4E4F84854E1F}"/>
              </a:ext>
            </a:extLst>
          </p:cNvPr>
          <p:cNvSpPr txBox="1"/>
          <p:nvPr/>
        </p:nvSpPr>
        <p:spPr>
          <a:xfrm>
            <a:off x="5516457" y="584900"/>
            <a:ext cx="1310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60% reduction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1668832-20C5-E483-CE52-5179AA7D95D9}"/>
              </a:ext>
            </a:extLst>
          </p:cNvPr>
          <p:cNvSpPr txBox="1"/>
          <p:nvPr/>
        </p:nvSpPr>
        <p:spPr>
          <a:xfrm>
            <a:off x="9637807" y="584901"/>
            <a:ext cx="1310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70% reduction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C58E7D1-7BB1-6865-EEEC-CC37DD8DC669}"/>
              </a:ext>
            </a:extLst>
          </p:cNvPr>
          <p:cNvSpPr txBox="1"/>
          <p:nvPr/>
        </p:nvSpPr>
        <p:spPr>
          <a:xfrm>
            <a:off x="1395108" y="3267141"/>
            <a:ext cx="1310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80% reduction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E7F7741-CB11-AB86-9307-06446F673C3D}"/>
              </a:ext>
            </a:extLst>
          </p:cNvPr>
          <p:cNvSpPr txBox="1"/>
          <p:nvPr/>
        </p:nvSpPr>
        <p:spPr>
          <a:xfrm>
            <a:off x="5516457" y="3267140"/>
            <a:ext cx="1310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90% reduction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25D0FEF-EFD0-E150-8980-E6FCFE1291D7}"/>
              </a:ext>
            </a:extLst>
          </p:cNvPr>
          <p:cNvSpPr txBox="1"/>
          <p:nvPr/>
        </p:nvSpPr>
        <p:spPr>
          <a:xfrm>
            <a:off x="9637807" y="3267141"/>
            <a:ext cx="1406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100% reduction</a:t>
            </a:r>
          </a:p>
        </p:txBody>
      </p:sp>
    </p:spTree>
    <p:extLst>
      <p:ext uri="{BB962C8B-B14F-4D97-AF65-F5344CB8AC3E}">
        <p14:creationId xmlns:p14="http://schemas.microsoft.com/office/powerpoint/2010/main" val="40716660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 Magnino</dc:creator>
  <cp:lastModifiedBy>Alessandro  Magnino</cp:lastModifiedBy>
  <cp:revision>2</cp:revision>
  <dcterms:created xsi:type="dcterms:W3CDTF">2026-06-22T14:36:54Z</dcterms:created>
  <dcterms:modified xsi:type="dcterms:W3CDTF">2026-06-25T15:26:13Z</dcterms:modified>
</cp:coreProperties>
</file>