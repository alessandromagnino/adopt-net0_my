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F114579-EA96-C8ED-D2BA-0D7395991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8512A49-DB60-A40E-E5CA-C41CD17E87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089C15C-7B37-C018-E4F5-FA726FA0D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2D9C2B3-0B4D-0725-10F5-7D2F63A16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BAC7FDC-576A-CEEE-B823-2BFC61EF0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733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1DCC93-DF30-AD10-4941-C7275C5A6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751904-513F-195F-E2EA-FE376B6DE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9BCCE00-3D57-C484-2AB1-6C5DD0121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B8EA76-9F23-5600-22D6-6B650DBEE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0AB4B4-4345-16FC-59CD-3140E9462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587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3456AD-F07B-B2EA-4D6D-C6494069E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9445EC7-5C1E-94D9-687C-9486428F5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046D7F-C386-1150-1992-77630FBDD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7E08F8-A0C7-A007-E648-E06C7C401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D796ACE-68DA-C666-3D80-98D8BFC4A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4987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D4B672-498F-B7FA-5FB3-637A3E2C9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B00B54-9082-DA3A-7DF2-B71403A47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0E2F6CF-9A1B-90B7-6228-9EB8C1997C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E484C03-B73F-EA61-5D91-9AE48ED66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0035D5-4C21-A2F7-2053-8727FED9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2465CFE-B269-1E1A-2A31-910848664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875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9BAD7B-ACA3-E649-41CD-F819E5FC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9F0AC54-4355-C230-112E-841C4101C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E34A0DB-94F7-AF70-AA13-9889C991F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896A76F-460A-1AD3-DB25-74D4C2B0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05CBB27-989E-E5D5-77B3-8ECF5A10BD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4AE174C-F185-F9ED-45A5-0F2C2EAB3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0122672-4A9E-4A12-EF2F-F2E7B0523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6FAB06AD-794A-5D99-8CB7-852C83DE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8061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94EC6F-0E9D-D5C1-B1EE-885EBBF84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446A657-E973-6862-A01B-157F15BB9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68D6590-7C7C-F6E3-57B3-A6E51D1A2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186FA0C-D1C6-A77B-2D40-DDB2B265F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60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EAF7F70F-7653-4317-E8D7-68F3133B1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54791C4-1681-A767-6103-001D50B5F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E92DE8-7214-E050-E952-F33552727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9896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F2D3BD-F203-6010-86CA-2B3C8256B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2D25BE-254B-6AEB-1335-9C840149A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0B6140C-33B9-FC15-90A5-C49D6EE59C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0483197-471F-BA20-0D0C-A2F338CC9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65C155E-29C4-85DF-576C-2EB1FD7AF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8CDFAAB-E317-5CD6-75AA-18369010C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6174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DA8053-BA82-C35B-0E82-8DC41E4E4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49FFCF46-875A-54B2-478F-C15C2C3570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23E141A-B60D-0A2F-07ED-27A6F82277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52B9B35-1C6B-BC0F-CD0D-BCE29DBE1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087E375-C6A4-1A16-2AFD-1AEB9EA49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D001797-3D27-0D3E-E28F-FF3029A82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4142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043CF4-FB7A-D7F1-846F-1356638DA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AD072E3-222E-A001-FE0C-CBB848187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2A25C1B-A40A-AE3C-4B01-289BF0EE9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17F1953-AD38-2D25-2B01-04841B1D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F8C76A1-80C9-AB86-FB75-7B3EC52B9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5450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B3CC518-53D8-50D3-4593-417F1A9BB8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CABE615-591C-769F-8A85-B13A672CCA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0A1DECC-9B96-5CF2-BCEF-553DD1E42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4F7C172-D3CE-B18B-36BF-99281CF00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6524FED-8255-52EB-D5C2-C6369A820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3408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30C4916E-6F8F-6AC4-9E5B-91F34719B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6DD41BA-3BB3-5899-D9E2-D104AC7D4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0A14BBA-33A4-0F39-43AE-7D70A9323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FD3943-6B00-41C2-AF38-8DC74E5AE64E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71571AB-5A25-9379-B6C4-C93F984751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A5AD2D4-380D-E423-7F19-EF073ADDAB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378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D01091ED-899A-426A-A338-3573C2F78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662905"/>
            <a:ext cx="5291666" cy="353218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2F9B272-8F2A-680B-D5C9-1D7780EDC0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865" y="1768739"/>
            <a:ext cx="5291667" cy="3320522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E64A03C1-95C1-C77C-31A1-80C6AA40F4DE}"/>
              </a:ext>
            </a:extLst>
          </p:cNvPr>
          <p:cNvSpPr txBox="1"/>
          <p:nvPr/>
        </p:nvSpPr>
        <p:spPr>
          <a:xfrm>
            <a:off x="643467" y="1661838"/>
            <a:ext cx="37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B13B256-35AD-3FAC-4857-195ABD93E05D}"/>
              </a:ext>
            </a:extLst>
          </p:cNvPr>
          <p:cNvSpPr txBox="1"/>
          <p:nvPr/>
        </p:nvSpPr>
        <p:spPr>
          <a:xfrm>
            <a:off x="6069153" y="166183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b)</a:t>
            </a:r>
          </a:p>
        </p:txBody>
      </p:sp>
    </p:spTree>
    <p:extLst>
      <p:ext uri="{BB962C8B-B14F-4D97-AF65-F5344CB8AC3E}">
        <p14:creationId xmlns:p14="http://schemas.microsoft.com/office/powerpoint/2010/main" val="423108339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di Office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 Magnino</dc:creator>
  <cp:lastModifiedBy>Alessandro  Magnino</cp:lastModifiedBy>
  <cp:revision>1</cp:revision>
  <dcterms:created xsi:type="dcterms:W3CDTF">2026-06-22T14:36:54Z</dcterms:created>
  <dcterms:modified xsi:type="dcterms:W3CDTF">2026-06-22T17:15:23Z</dcterms:modified>
</cp:coreProperties>
</file>