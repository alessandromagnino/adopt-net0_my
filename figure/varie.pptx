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F114579-EA96-C8ED-D2BA-0D73959910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8512A49-DB60-A40E-E5CA-C41CD17E87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89C15C-7B37-C018-E4F5-FA726FA0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2D9C2B3-0B4D-0725-10F5-7D2F63A16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BAC7FDC-576A-CEEE-B823-2BFC61EF0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733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1DCC93-DF30-AD10-4941-C7275C5A6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751904-513F-195F-E2EA-FE376B6DE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9BCCE00-3D57-C484-2AB1-6C5DD0121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B8EA76-9F23-5600-22D6-6B650DBEE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0AB4B4-4345-16FC-59CD-3140E9462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587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3456AD-F07B-B2EA-4D6D-C6494069E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9445EC7-5C1E-94D9-687C-9486428F5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046D7F-C386-1150-1992-77630FBDD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7E08F8-A0C7-A007-E648-E06C7C401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D796ACE-68DA-C666-3D80-98D8BFC4A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4987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D4B672-498F-B7FA-5FB3-637A3E2C9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B00B54-9082-DA3A-7DF2-B71403A47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0E2F6CF-9A1B-90B7-6228-9EB8C1997C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E484C03-B73F-EA61-5D91-9AE48ED66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0035D5-4C21-A2F7-2053-8727FED9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2465CFE-B269-1E1A-2A31-91084866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875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9BAD7B-ACA3-E649-41CD-F819E5FCD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F0AC54-4355-C230-112E-841C4101C8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E34A0DB-94F7-AF70-AA13-9889C991F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896A76F-460A-1AD3-DB25-74D4C2B0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05CBB27-989E-E5D5-77B3-8ECF5A10BD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4AE174C-F185-F9ED-45A5-0F2C2EAB3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0122672-4A9E-4A12-EF2F-F2E7B0523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FAB06AD-794A-5D99-8CB7-852C83DE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8061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94EC6F-0E9D-D5C1-B1EE-885EBBF84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446A657-E973-6862-A01B-157F15BB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68D6590-7C7C-F6E3-57B3-A6E51D1A2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186FA0C-D1C6-A77B-2D40-DDB2B265F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60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EAF7F70F-7653-4317-E8D7-68F3133B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754791C4-1681-A767-6103-001D50B5F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E92DE8-7214-E050-E952-F33552727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9896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F2D3BD-F203-6010-86CA-2B3C8256B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2D25BE-254B-6AEB-1335-9C840149A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0B6140C-33B9-FC15-90A5-C49D6EE59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0483197-471F-BA20-0D0C-A2F338CC9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65C155E-29C4-85DF-576C-2EB1FD7AF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8CDFAAB-E317-5CD6-75AA-18369010C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6174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DA8053-BA82-C35B-0E82-8DC41E4E4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FFCF46-875A-54B2-478F-C15C2C357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23E141A-B60D-0A2F-07ED-27A6F82277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52B9B35-1C6B-BC0F-CD0D-BCE29DBE1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087E375-C6A4-1A16-2AFD-1AEB9EA49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001797-3D27-0D3E-E28F-FF3029A82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4142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043CF4-FB7A-D7F1-846F-1356638DA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AD072E3-222E-A001-FE0C-CBB848187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2A25C1B-A40A-AE3C-4B01-289BF0EE9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17F1953-AD38-2D25-2B01-04841B1D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F8C76A1-80C9-AB86-FB75-7B3EC52B9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545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B3CC518-53D8-50D3-4593-417F1A9BB8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CABE615-591C-769F-8A85-B13A672CCA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0A1DECC-9B96-5CF2-BCEF-553DD1E42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4F7C172-D3CE-B18B-36BF-99281CF0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6524FED-8255-52EB-D5C2-C6369A820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3408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30C4916E-6F8F-6AC4-9E5B-91F34719B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6DD41BA-3BB3-5899-D9E2-D104AC7D4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0A14BBA-33A4-0F39-43AE-7D70A9323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FD3943-6B00-41C2-AF38-8DC74E5AE64E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71571AB-5A25-9379-B6C4-C93F984751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5AD2D4-380D-E423-7F19-EF073ADDAB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5722AE-F770-41ED-94F8-6F5080F89759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378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967779C0-8269-759D-EF11-0508B9F163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3655" y="1846504"/>
            <a:ext cx="5280424" cy="3173404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043E5E08-C99B-3752-A68B-2EEC86C1DA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496" y="1801095"/>
            <a:ext cx="5365999" cy="3255810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E64A03C1-95C1-C77C-31A1-80C6AA40F4DE}"/>
              </a:ext>
            </a:extLst>
          </p:cNvPr>
          <p:cNvSpPr txBox="1"/>
          <p:nvPr/>
        </p:nvSpPr>
        <p:spPr>
          <a:xfrm>
            <a:off x="643467" y="1661838"/>
            <a:ext cx="375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13B256-35AD-3FAC-4857-195ABD93E05D}"/>
              </a:ext>
            </a:extLst>
          </p:cNvPr>
          <p:cNvSpPr txBox="1"/>
          <p:nvPr/>
        </p:nvSpPr>
        <p:spPr>
          <a:xfrm>
            <a:off x="6069153" y="166183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4231083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B79DA7E9-4E6A-F2E1-9E4D-5598C28681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760" y="1265766"/>
            <a:ext cx="11912480" cy="3995334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89C8799D-5930-6121-5ECE-8CB3B8A94EEB}"/>
              </a:ext>
            </a:extLst>
          </p:cNvPr>
          <p:cNvSpPr txBox="1"/>
          <p:nvPr/>
        </p:nvSpPr>
        <p:spPr>
          <a:xfrm>
            <a:off x="139760" y="1265766"/>
            <a:ext cx="3962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a)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9CD320-1079-ED35-1C18-7DEAFDC9F8DA}"/>
              </a:ext>
            </a:extLst>
          </p:cNvPr>
          <p:cNvSpPr txBox="1"/>
          <p:nvPr/>
        </p:nvSpPr>
        <p:spPr>
          <a:xfrm>
            <a:off x="6438960" y="1265766"/>
            <a:ext cx="4042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b)</a:t>
            </a:r>
          </a:p>
        </p:txBody>
      </p:sp>
    </p:spTree>
    <p:extLst>
      <p:ext uri="{BB962C8B-B14F-4D97-AF65-F5344CB8AC3E}">
        <p14:creationId xmlns:p14="http://schemas.microsoft.com/office/powerpoint/2010/main" val="36613357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137DA185-7A74-B4B4-228F-27EA316CA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534" y="872358"/>
            <a:ext cx="3443893" cy="216000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B7CCCEFE-96FD-5516-227B-BA928147B7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882" y="872358"/>
            <a:ext cx="3443894" cy="216000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DB3E9D93-6E0E-39CF-1E96-A7E85275C9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1232" y="872358"/>
            <a:ext cx="3443894" cy="216000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1764F32-BB89-95AB-2392-5BFB1F873B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534" y="3530600"/>
            <a:ext cx="3443893" cy="2160000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864CE8C2-B945-8409-287B-87F4CE4E1A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883" y="3530600"/>
            <a:ext cx="3443893" cy="2160000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FDAD6860-77E9-0AB3-C101-F86BB087BDB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1232" y="3508125"/>
            <a:ext cx="3443894" cy="2160000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104A517-0A4A-7F0C-2224-CA7972B8E6B1}"/>
              </a:ext>
            </a:extLst>
          </p:cNvPr>
          <p:cNvSpPr txBox="1"/>
          <p:nvPr/>
        </p:nvSpPr>
        <p:spPr>
          <a:xfrm>
            <a:off x="1395108" y="584901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50% reduction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DFBE1837-1D6E-00B4-00B9-4E4F84854E1F}"/>
              </a:ext>
            </a:extLst>
          </p:cNvPr>
          <p:cNvSpPr txBox="1"/>
          <p:nvPr/>
        </p:nvSpPr>
        <p:spPr>
          <a:xfrm>
            <a:off x="5516457" y="584900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60% reduction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31668832-20C5-E483-CE52-5179AA7D95D9}"/>
              </a:ext>
            </a:extLst>
          </p:cNvPr>
          <p:cNvSpPr txBox="1"/>
          <p:nvPr/>
        </p:nvSpPr>
        <p:spPr>
          <a:xfrm>
            <a:off x="9637807" y="584901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70% reduction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5C58E7D1-7BB1-6865-EEEC-CC37DD8DC669}"/>
              </a:ext>
            </a:extLst>
          </p:cNvPr>
          <p:cNvSpPr txBox="1"/>
          <p:nvPr/>
        </p:nvSpPr>
        <p:spPr>
          <a:xfrm>
            <a:off x="1395108" y="3267141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80% reduction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4E7F7741-CB11-AB86-9307-06446F673C3D}"/>
              </a:ext>
            </a:extLst>
          </p:cNvPr>
          <p:cNvSpPr txBox="1"/>
          <p:nvPr/>
        </p:nvSpPr>
        <p:spPr>
          <a:xfrm>
            <a:off x="5516457" y="3267140"/>
            <a:ext cx="1310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90% reduction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B25D0FEF-EFD0-E150-8980-E6FCFE1291D7}"/>
              </a:ext>
            </a:extLst>
          </p:cNvPr>
          <p:cNvSpPr txBox="1"/>
          <p:nvPr/>
        </p:nvSpPr>
        <p:spPr>
          <a:xfrm>
            <a:off x="9637807" y="3267141"/>
            <a:ext cx="14069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100% reduction</a:t>
            </a:r>
          </a:p>
        </p:txBody>
      </p:sp>
    </p:spTree>
    <p:extLst>
      <p:ext uri="{BB962C8B-B14F-4D97-AF65-F5344CB8AC3E}">
        <p14:creationId xmlns:p14="http://schemas.microsoft.com/office/powerpoint/2010/main" val="40716660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 Magnino</dc:creator>
  <cp:lastModifiedBy>Alessandro  Magnino</cp:lastModifiedBy>
  <cp:revision>4</cp:revision>
  <dcterms:created xsi:type="dcterms:W3CDTF">2026-06-22T14:36:54Z</dcterms:created>
  <dcterms:modified xsi:type="dcterms:W3CDTF">2026-08-27T16:11:09Z</dcterms:modified>
</cp:coreProperties>
</file>